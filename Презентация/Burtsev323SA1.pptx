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4" r:id="rId6"/>
    <p:sldId id="265" r:id="rId7"/>
    <p:sldId id="262" r:id="rId8"/>
    <p:sldId id="260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366B16-AEAB-458D-B48B-2529B62CDE5E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51CD05F-9B12-4663-A248-3FA3018146F5}">
      <dgm:prSet phldrT="[Текст]"/>
      <dgm:spPr/>
      <dgm:t>
        <a:bodyPr/>
        <a:lstStyle/>
        <a:p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ssl_checker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endParaRPr lang="ru-RU" dirty="0"/>
        </a:p>
      </dgm:t>
    </dgm:pt>
    <dgm:pt modelId="{F9BF5749-413A-45E1-9CE2-2A2889A5F7B9}" type="parTrans" cxnId="{486D46FD-7577-4B27-B0AC-754C8A4AF0D5}">
      <dgm:prSet/>
      <dgm:spPr/>
      <dgm:t>
        <a:bodyPr/>
        <a:lstStyle/>
        <a:p>
          <a:endParaRPr lang="ru-RU"/>
        </a:p>
      </dgm:t>
    </dgm:pt>
    <dgm:pt modelId="{E019AADA-A312-4B4F-A8AD-AD0663037ABA}" type="sibTrans" cxnId="{486D46FD-7577-4B27-B0AC-754C8A4AF0D5}">
      <dgm:prSet/>
      <dgm:spPr/>
      <dgm:t>
        <a:bodyPr/>
        <a:lstStyle/>
        <a:p>
          <a:endParaRPr lang="ru-RU"/>
        </a:p>
      </dgm:t>
    </dgm:pt>
    <dgm:pt modelId="{4F3D83C9-7B54-4150-AC57-78339E7C32A4}">
      <dgm:prSet phldrT="[Текст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main</a:t>
          </a:r>
          <a:endParaRPr lang="ru-RU" dirty="0"/>
        </a:p>
      </dgm:t>
    </dgm:pt>
    <dgm:pt modelId="{0EA99F63-B6EB-41FC-9680-52E4E6886D9F}" type="parTrans" cxnId="{4122C9F1-E7D2-4C55-860D-1060885A5F63}">
      <dgm:prSet/>
      <dgm:spPr/>
      <dgm:t>
        <a:bodyPr/>
        <a:lstStyle/>
        <a:p>
          <a:endParaRPr lang="ru-RU"/>
        </a:p>
      </dgm:t>
    </dgm:pt>
    <dgm:pt modelId="{36BB6349-B8F7-43F8-86B3-F78EC463823F}" type="sibTrans" cxnId="{4122C9F1-E7D2-4C55-860D-1060885A5F63}">
      <dgm:prSet/>
      <dgm:spPr/>
      <dgm:t>
        <a:bodyPr/>
        <a:lstStyle/>
        <a:p>
          <a:endParaRPr lang="ru-RU"/>
        </a:p>
      </dgm:t>
    </dgm:pt>
    <dgm:pt modelId="{C5FC93E4-2EB8-400A-BDE3-52585C8542B0}">
      <dgm:prSet phldrT="[Текст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additionally</a:t>
          </a:r>
          <a:endParaRPr lang="ru-RU" dirty="0"/>
        </a:p>
      </dgm:t>
    </dgm:pt>
    <dgm:pt modelId="{1BADE7CA-549A-4659-A8DA-C9EFBCA30686}" type="parTrans" cxnId="{0B93848F-88D4-4BFC-8B12-DCB748D1F0D9}">
      <dgm:prSet/>
      <dgm:spPr/>
      <dgm:t>
        <a:bodyPr/>
        <a:lstStyle/>
        <a:p>
          <a:endParaRPr lang="ru-RU"/>
        </a:p>
      </dgm:t>
    </dgm:pt>
    <dgm:pt modelId="{CA8C1159-C943-492C-A80E-CE9A4C0251E3}" type="sibTrans" cxnId="{0B93848F-88D4-4BFC-8B12-DCB748D1F0D9}">
      <dgm:prSet/>
      <dgm:spPr/>
      <dgm:t>
        <a:bodyPr/>
        <a:lstStyle/>
        <a:p>
          <a:endParaRPr lang="ru-RU"/>
        </a:p>
      </dgm:t>
    </dgm:pt>
    <dgm:pt modelId="{DD4682EF-C002-4277-ABCB-E56D4DD27963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(</a:t>
          </a:r>
          <a:r>
            <a:rPr lang="ru-RU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начало,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интерфейс)</a:t>
          </a:r>
          <a:endParaRPr lang="ru-RU" sz="2000" dirty="0"/>
        </a:p>
      </dgm:t>
    </dgm:pt>
    <dgm:pt modelId="{D48059F4-FE81-44F3-AF3A-AC8C1EB73441}" type="parTrans" cxnId="{F7444FA8-A561-4FFC-9D71-3966A44BD3F0}">
      <dgm:prSet/>
      <dgm:spPr/>
      <dgm:t>
        <a:bodyPr/>
        <a:lstStyle/>
        <a:p>
          <a:endParaRPr lang="ru-RU"/>
        </a:p>
      </dgm:t>
    </dgm:pt>
    <dgm:pt modelId="{8A96A6CC-7A2E-45CC-BDD3-39FF3A8EE4D1}" type="sibTrans" cxnId="{F7444FA8-A561-4FFC-9D71-3966A44BD3F0}">
      <dgm:prSet/>
      <dgm:spPr/>
      <dgm:t>
        <a:bodyPr/>
        <a:lstStyle/>
        <a:p>
          <a:endParaRPr lang="ru-RU"/>
        </a:p>
      </dgm:t>
    </dgm:pt>
    <dgm:pt modelId="{1E97B9C2-C432-4AE6-A5E3-1BFA40D6A476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ru-RU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(основная логика проверки)</a:t>
          </a:r>
          <a:endParaRPr lang="ru-RU" sz="2000" dirty="0"/>
        </a:p>
      </dgm:t>
    </dgm:pt>
    <dgm:pt modelId="{A68879F2-E558-4B7B-BCFE-B2912ACF4D99}" type="parTrans" cxnId="{D766EA30-931E-40FD-A4BB-C0DD43E914CE}">
      <dgm:prSet/>
      <dgm:spPr/>
      <dgm:t>
        <a:bodyPr/>
        <a:lstStyle/>
        <a:p>
          <a:endParaRPr lang="ru-RU"/>
        </a:p>
      </dgm:t>
    </dgm:pt>
    <dgm:pt modelId="{304DE065-F487-4840-BCF1-CFFA159F1C23}" type="sibTrans" cxnId="{D766EA30-931E-40FD-A4BB-C0DD43E914CE}">
      <dgm:prSet/>
      <dgm:spPr/>
      <dgm:t>
        <a:bodyPr/>
        <a:lstStyle/>
        <a:p>
          <a:endParaRPr lang="ru-RU"/>
        </a:p>
      </dgm:t>
    </dgm:pt>
    <dgm:pt modelId="{8C4D0380-96AB-4F40-9E7F-F62F2DB30B80}">
      <dgm:prSet custT="1"/>
      <dgm:spPr/>
      <dgm:t>
        <a:bodyPr/>
        <a:lstStyle/>
        <a:p>
          <a:pPr>
            <a:buNone/>
          </a:pPr>
          <a:r>
            <a:rPr lang="ru-RU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(вспомогательные функции)</a:t>
          </a:r>
          <a:endParaRPr lang="ru-RU" sz="2000" dirty="0"/>
        </a:p>
      </dgm:t>
    </dgm:pt>
    <dgm:pt modelId="{04153631-4828-47FE-BBCF-E26582B53C89}" type="parTrans" cxnId="{849982D2-02B0-453F-806F-6BE43C71F06D}">
      <dgm:prSet/>
      <dgm:spPr/>
      <dgm:t>
        <a:bodyPr/>
        <a:lstStyle/>
        <a:p>
          <a:endParaRPr lang="ru-RU"/>
        </a:p>
      </dgm:t>
    </dgm:pt>
    <dgm:pt modelId="{8F26F937-3FDC-4A38-8D76-B4A133044BFD}" type="sibTrans" cxnId="{849982D2-02B0-453F-806F-6BE43C71F06D}">
      <dgm:prSet/>
      <dgm:spPr/>
      <dgm:t>
        <a:bodyPr/>
        <a:lstStyle/>
        <a:p>
          <a:endParaRPr lang="ru-RU"/>
        </a:p>
      </dgm:t>
    </dgm:pt>
    <dgm:pt modelId="{4E718341-6715-468F-A442-A8AEB8F8913B}" type="pres">
      <dgm:prSet presAssocID="{30366B16-AEAB-458D-B48B-2529B62CDE5E}" presName="linear" presStyleCnt="0">
        <dgm:presLayoutVars>
          <dgm:dir/>
          <dgm:animLvl val="lvl"/>
          <dgm:resizeHandles val="exact"/>
        </dgm:presLayoutVars>
      </dgm:prSet>
      <dgm:spPr/>
    </dgm:pt>
    <dgm:pt modelId="{F8FE5873-A4F5-427D-B7A0-8C36DDF9AB7A}" type="pres">
      <dgm:prSet presAssocID="{B51CD05F-9B12-4663-A248-3FA3018146F5}" presName="parentLin" presStyleCnt="0"/>
      <dgm:spPr/>
    </dgm:pt>
    <dgm:pt modelId="{E80B9874-B13F-4317-89D3-ED88AFAD6E62}" type="pres">
      <dgm:prSet presAssocID="{B51CD05F-9B12-4663-A248-3FA3018146F5}" presName="parentLeftMargin" presStyleLbl="node1" presStyleIdx="0" presStyleCnt="3"/>
      <dgm:spPr/>
    </dgm:pt>
    <dgm:pt modelId="{D225BB84-F004-4566-AF85-6AAB7F6D0EA8}" type="pres">
      <dgm:prSet presAssocID="{B51CD05F-9B12-4663-A248-3FA3018146F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EDA1095-A405-49C0-9902-B532457A0388}" type="pres">
      <dgm:prSet presAssocID="{B51CD05F-9B12-4663-A248-3FA3018146F5}" presName="negativeSpace" presStyleCnt="0"/>
      <dgm:spPr/>
    </dgm:pt>
    <dgm:pt modelId="{38AFE60F-6302-49D3-94B2-1233F7C2E7E3}" type="pres">
      <dgm:prSet presAssocID="{B51CD05F-9B12-4663-A248-3FA3018146F5}" presName="childText" presStyleLbl="conFgAcc1" presStyleIdx="0" presStyleCnt="3">
        <dgm:presLayoutVars>
          <dgm:bulletEnabled val="1"/>
        </dgm:presLayoutVars>
      </dgm:prSet>
      <dgm:spPr/>
    </dgm:pt>
    <dgm:pt modelId="{050AC8D5-E011-4B5E-8F57-27FD56D3FB58}" type="pres">
      <dgm:prSet presAssocID="{E019AADA-A312-4B4F-A8AD-AD0663037ABA}" presName="spaceBetweenRectangles" presStyleCnt="0"/>
      <dgm:spPr/>
    </dgm:pt>
    <dgm:pt modelId="{1882694A-5E41-4B1A-872E-497A67E9DD70}" type="pres">
      <dgm:prSet presAssocID="{4F3D83C9-7B54-4150-AC57-78339E7C32A4}" presName="parentLin" presStyleCnt="0"/>
      <dgm:spPr/>
    </dgm:pt>
    <dgm:pt modelId="{0134F655-2E06-4876-8F87-CDAD3C84BD34}" type="pres">
      <dgm:prSet presAssocID="{4F3D83C9-7B54-4150-AC57-78339E7C32A4}" presName="parentLeftMargin" presStyleLbl="node1" presStyleIdx="0" presStyleCnt="3"/>
      <dgm:spPr/>
    </dgm:pt>
    <dgm:pt modelId="{48229FE4-CAE9-499E-9FDB-1493CF67861C}" type="pres">
      <dgm:prSet presAssocID="{4F3D83C9-7B54-4150-AC57-78339E7C32A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17FAC72-0396-49D1-86E6-352198C4C8DE}" type="pres">
      <dgm:prSet presAssocID="{4F3D83C9-7B54-4150-AC57-78339E7C32A4}" presName="negativeSpace" presStyleCnt="0"/>
      <dgm:spPr/>
    </dgm:pt>
    <dgm:pt modelId="{FE791DDE-8567-488C-A627-B65B8C3907BF}" type="pres">
      <dgm:prSet presAssocID="{4F3D83C9-7B54-4150-AC57-78339E7C32A4}" presName="childText" presStyleLbl="conFgAcc1" presStyleIdx="1" presStyleCnt="3">
        <dgm:presLayoutVars>
          <dgm:bulletEnabled val="1"/>
        </dgm:presLayoutVars>
      </dgm:prSet>
      <dgm:spPr/>
    </dgm:pt>
    <dgm:pt modelId="{7ACB9E2F-4092-44DB-9544-6C2FE70F1BB5}" type="pres">
      <dgm:prSet presAssocID="{36BB6349-B8F7-43F8-86B3-F78EC463823F}" presName="spaceBetweenRectangles" presStyleCnt="0"/>
      <dgm:spPr/>
    </dgm:pt>
    <dgm:pt modelId="{C3139D64-5495-4092-B9D3-761E066FAC7E}" type="pres">
      <dgm:prSet presAssocID="{C5FC93E4-2EB8-400A-BDE3-52585C8542B0}" presName="parentLin" presStyleCnt="0"/>
      <dgm:spPr/>
    </dgm:pt>
    <dgm:pt modelId="{2919962F-AD0F-4ED8-A8D6-0AB5E28AA5E8}" type="pres">
      <dgm:prSet presAssocID="{C5FC93E4-2EB8-400A-BDE3-52585C8542B0}" presName="parentLeftMargin" presStyleLbl="node1" presStyleIdx="1" presStyleCnt="3"/>
      <dgm:spPr/>
    </dgm:pt>
    <dgm:pt modelId="{FA0A89AB-E5D8-41AE-A55E-EEFC5C989D91}" type="pres">
      <dgm:prSet presAssocID="{C5FC93E4-2EB8-400A-BDE3-52585C8542B0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49E65200-8DEE-43ED-9B19-64284A862745}" type="pres">
      <dgm:prSet presAssocID="{C5FC93E4-2EB8-400A-BDE3-52585C8542B0}" presName="negativeSpace" presStyleCnt="0"/>
      <dgm:spPr/>
    </dgm:pt>
    <dgm:pt modelId="{7790C863-A229-4F36-9800-F4AB0749F956}" type="pres">
      <dgm:prSet presAssocID="{C5FC93E4-2EB8-400A-BDE3-52585C8542B0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B9F1E017-0FE2-4BC8-89D6-F14372A56765}" type="presOf" srcId="{4F3D83C9-7B54-4150-AC57-78339E7C32A4}" destId="{0134F655-2E06-4876-8F87-CDAD3C84BD34}" srcOrd="0" destOrd="0" presId="urn:microsoft.com/office/officeart/2005/8/layout/list1"/>
    <dgm:cxn modelId="{570B711B-1036-47B8-A078-7B88266EEE05}" type="presOf" srcId="{8C4D0380-96AB-4F40-9E7F-F62F2DB30B80}" destId="{7790C863-A229-4F36-9800-F4AB0749F956}" srcOrd="0" destOrd="0" presId="urn:microsoft.com/office/officeart/2005/8/layout/list1"/>
    <dgm:cxn modelId="{EEF94C1C-A831-4245-95BC-B2BBD9AA8347}" type="presOf" srcId="{B51CD05F-9B12-4663-A248-3FA3018146F5}" destId="{D225BB84-F004-4566-AF85-6AAB7F6D0EA8}" srcOrd="1" destOrd="0" presId="urn:microsoft.com/office/officeart/2005/8/layout/list1"/>
    <dgm:cxn modelId="{D766EA30-931E-40FD-A4BB-C0DD43E914CE}" srcId="{4F3D83C9-7B54-4150-AC57-78339E7C32A4}" destId="{1E97B9C2-C432-4AE6-A5E3-1BFA40D6A476}" srcOrd="0" destOrd="0" parTransId="{A68879F2-E558-4B7B-BCFE-B2912ACF4D99}" sibTransId="{304DE065-F487-4840-BCF1-CFFA159F1C23}"/>
    <dgm:cxn modelId="{36464F3F-8F47-4AA4-9D5D-BE5F16273EB1}" type="presOf" srcId="{4F3D83C9-7B54-4150-AC57-78339E7C32A4}" destId="{48229FE4-CAE9-499E-9FDB-1493CF67861C}" srcOrd="1" destOrd="0" presId="urn:microsoft.com/office/officeart/2005/8/layout/list1"/>
    <dgm:cxn modelId="{349F2960-BA2F-4716-95D6-F49D7F2ED03B}" type="presOf" srcId="{30366B16-AEAB-458D-B48B-2529B62CDE5E}" destId="{4E718341-6715-468F-A442-A8AEB8F8913B}" srcOrd="0" destOrd="0" presId="urn:microsoft.com/office/officeart/2005/8/layout/list1"/>
    <dgm:cxn modelId="{7A2D3357-B23A-4AFC-B39A-68A94432AE9C}" type="presOf" srcId="{B51CD05F-9B12-4663-A248-3FA3018146F5}" destId="{E80B9874-B13F-4317-89D3-ED88AFAD6E62}" srcOrd="0" destOrd="0" presId="urn:microsoft.com/office/officeart/2005/8/layout/list1"/>
    <dgm:cxn modelId="{0B93848F-88D4-4BFC-8B12-DCB748D1F0D9}" srcId="{30366B16-AEAB-458D-B48B-2529B62CDE5E}" destId="{C5FC93E4-2EB8-400A-BDE3-52585C8542B0}" srcOrd="2" destOrd="0" parTransId="{1BADE7CA-549A-4659-A8DA-C9EFBCA30686}" sibTransId="{CA8C1159-C943-492C-A80E-CE9A4C0251E3}"/>
    <dgm:cxn modelId="{747F2190-F721-4988-9201-9883F20673FA}" type="presOf" srcId="{DD4682EF-C002-4277-ABCB-E56D4DD27963}" destId="{38AFE60F-6302-49D3-94B2-1233F7C2E7E3}" srcOrd="0" destOrd="0" presId="urn:microsoft.com/office/officeart/2005/8/layout/list1"/>
    <dgm:cxn modelId="{F7444FA8-A561-4FFC-9D71-3966A44BD3F0}" srcId="{B51CD05F-9B12-4663-A248-3FA3018146F5}" destId="{DD4682EF-C002-4277-ABCB-E56D4DD27963}" srcOrd="0" destOrd="0" parTransId="{D48059F4-FE81-44F3-AF3A-AC8C1EB73441}" sibTransId="{8A96A6CC-7A2E-45CC-BDD3-39FF3A8EE4D1}"/>
    <dgm:cxn modelId="{8070B8C5-4F3D-48F6-B98E-647C4D425D55}" type="presOf" srcId="{1E97B9C2-C432-4AE6-A5E3-1BFA40D6A476}" destId="{FE791DDE-8567-488C-A627-B65B8C3907BF}" srcOrd="0" destOrd="0" presId="urn:microsoft.com/office/officeart/2005/8/layout/list1"/>
    <dgm:cxn modelId="{849982D2-02B0-453F-806F-6BE43C71F06D}" srcId="{C5FC93E4-2EB8-400A-BDE3-52585C8542B0}" destId="{8C4D0380-96AB-4F40-9E7F-F62F2DB30B80}" srcOrd="0" destOrd="0" parTransId="{04153631-4828-47FE-BBCF-E26582B53C89}" sibTransId="{8F26F937-3FDC-4A38-8D76-B4A133044BFD}"/>
    <dgm:cxn modelId="{1EB725F1-B7E8-4DF5-9051-B0A352090CAC}" type="presOf" srcId="{C5FC93E4-2EB8-400A-BDE3-52585C8542B0}" destId="{FA0A89AB-E5D8-41AE-A55E-EEFC5C989D91}" srcOrd="1" destOrd="0" presId="urn:microsoft.com/office/officeart/2005/8/layout/list1"/>
    <dgm:cxn modelId="{4122C9F1-E7D2-4C55-860D-1060885A5F63}" srcId="{30366B16-AEAB-458D-B48B-2529B62CDE5E}" destId="{4F3D83C9-7B54-4150-AC57-78339E7C32A4}" srcOrd="1" destOrd="0" parTransId="{0EA99F63-B6EB-41FC-9680-52E4E6886D9F}" sibTransId="{36BB6349-B8F7-43F8-86B3-F78EC463823F}"/>
    <dgm:cxn modelId="{EFE519F4-0F24-4729-A3AF-C4E8AFEFDFD1}" type="presOf" srcId="{C5FC93E4-2EB8-400A-BDE3-52585C8542B0}" destId="{2919962F-AD0F-4ED8-A8D6-0AB5E28AA5E8}" srcOrd="0" destOrd="0" presId="urn:microsoft.com/office/officeart/2005/8/layout/list1"/>
    <dgm:cxn modelId="{486D46FD-7577-4B27-B0AC-754C8A4AF0D5}" srcId="{30366B16-AEAB-458D-B48B-2529B62CDE5E}" destId="{B51CD05F-9B12-4663-A248-3FA3018146F5}" srcOrd="0" destOrd="0" parTransId="{F9BF5749-413A-45E1-9CE2-2A2889A5F7B9}" sibTransId="{E019AADA-A312-4B4F-A8AD-AD0663037ABA}"/>
    <dgm:cxn modelId="{D98C0F6D-0B35-429D-8653-72531E783B93}" type="presParOf" srcId="{4E718341-6715-468F-A442-A8AEB8F8913B}" destId="{F8FE5873-A4F5-427D-B7A0-8C36DDF9AB7A}" srcOrd="0" destOrd="0" presId="urn:microsoft.com/office/officeart/2005/8/layout/list1"/>
    <dgm:cxn modelId="{6AB3A661-10A6-4B2D-9380-EDA2886D9A5B}" type="presParOf" srcId="{F8FE5873-A4F5-427D-B7A0-8C36DDF9AB7A}" destId="{E80B9874-B13F-4317-89D3-ED88AFAD6E62}" srcOrd="0" destOrd="0" presId="urn:microsoft.com/office/officeart/2005/8/layout/list1"/>
    <dgm:cxn modelId="{ED2F2700-66F0-4FD0-B697-1A9CC1B07FD8}" type="presParOf" srcId="{F8FE5873-A4F5-427D-B7A0-8C36DDF9AB7A}" destId="{D225BB84-F004-4566-AF85-6AAB7F6D0EA8}" srcOrd="1" destOrd="0" presId="urn:microsoft.com/office/officeart/2005/8/layout/list1"/>
    <dgm:cxn modelId="{F33A5E6A-20BC-4F65-AA20-630DCDEC6F69}" type="presParOf" srcId="{4E718341-6715-468F-A442-A8AEB8F8913B}" destId="{AEDA1095-A405-49C0-9902-B532457A0388}" srcOrd="1" destOrd="0" presId="urn:microsoft.com/office/officeart/2005/8/layout/list1"/>
    <dgm:cxn modelId="{531FAAB1-7CB5-4F3B-A429-11F86A4D9657}" type="presParOf" srcId="{4E718341-6715-468F-A442-A8AEB8F8913B}" destId="{38AFE60F-6302-49D3-94B2-1233F7C2E7E3}" srcOrd="2" destOrd="0" presId="urn:microsoft.com/office/officeart/2005/8/layout/list1"/>
    <dgm:cxn modelId="{A60A1707-CB9D-4570-BE68-57FDC334151A}" type="presParOf" srcId="{4E718341-6715-468F-A442-A8AEB8F8913B}" destId="{050AC8D5-E011-4B5E-8F57-27FD56D3FB58}" srcOrd="3" destOrd="0" presId="urn:microsoft.com/office/officeart/2005/8/layout/list1"/>
    <dgm:cxn modelId="{1258658D-49FF-46FC-8E9C-295B1F964AEB}" type="presParOf" srcId="{4E718341-6715-468F-A442-A8AEB8F8913B}" destId="{1882694A-5E41-4B1A-872E-497A67E9DD70}" srcOrd="4" destOrd="0" presId="urn:microsoft.com/office/officeart/2005/8/layout/list1"/>
    <dgm:cxn modelId="{EF191979-4C10-4390-B01B-4477AD71F516}" type="presParOf" srcId="{1882694A-5E41-4B1A-872E-497A67E9DD70}" destId="{0134F655-2E06-4876-8F87-CDAD3C84BD34}" srcOrd="0" destOrd="0" presId="urn:microsoft.com/office/officeart/2005/8/layout/list1"/>
    <dgm:cxn modelId="{3B228C90-37AE-450C-9254-F85BE2355C7E}" type="presParOf" srcId="{1882694A-5E41-4B1A-872E-497A67E9DD70}" destId="{48229FE4-CAE9-499E-9FDB-1493CF67861C}" srcOrd="1" destOrd="0" presId="urn:microsoft.com/office/officeart/2005/8/layout/list1"/>
    <dgm:cxn modelId="{2ABD23AD-A86D-479E-BD7F-A9E6DE7F9C5E}" type="presParOf" srcId="{4E718341-6715-468F-A442-A8AEB8F8913B}" destId="{617FAC72-0396-49D1-86E6-352198C4C8DE}" srcOrd="5" destOrd="0" presId="urn:microsoft.com/office/officeart/2005/8/layout/list1"/>
    <dgm:cxn modelId="{7EF21C7B-8210-4CF8-B5EC-EE6029CA50A4}" type="presParOf" srcId="{4E718341-6715-468F-A442-A8AEB8F8913B}" destId="{FE791DDE-8567-488C-A627-B65B8C3907BF}" srcOrd="6" destOrd="0" presId="urn:microsoft.com/office/officeart/2005/8/layout/list1"/>
    <dgm:cxn modelId="{10909D9E-43CE-464F-B0EA-114DA68C9301}" type="presParOf" srcId="{4E718341-6715-468F-A442-A8AEB8F8913B}" destId="{7ACB9E2F-4092-44DB-9544-6C2FE70F1BB5}" srcOrd="7" destOrd="0" presId="urn:microsoft.com/office/officeart/2005/8/layout/list1"/>
    <dgm:cxn modelId="{7D9162C1-1F3A-4AB0-85EE-8984AB2AC704}" type="presParOf" srcId="{4E718341-6715-468F-A442-A8AEB8F8913B}" destId="{C3139D64-5495-4092-B9D3-761E066FAC7E}" srcOrd="8" destOrd="0" presId="urn:microsoft.com/office/officeart/2005/8/layout/list1"/>
    <dgm:cxn modelId="{B7625069-6A45-4F5D-9E52-8411D2EC7B78}" type="presParOf" srcId="{C3139D64-5495-4092-B9D3-761E066FAC7E}" destId="{2919962F-AD0F-4ED8-A8D6-0AB5E28AA5E8}" srcOrd="0" destOrd="0" presId="urn:microsoft.com/office/officeart/2005/8/layout/list1"/>
    <dgm:cxn modelId="{9308AAAB-33A2-4C58-B72F-231F8B7C23BE}" type="presParOf" srcId="{C3139D64-5495-4092-B9D3-761E066FAC7E}" destId="{FA0A89AB-E5D8-41AE-A55E-EEFC5C989D91}" srcOrd="1" destOrd="0" presId="urn:microsoft.com/office/officeart/2005/8/layout/list1"/>
    <dgm:cxn modelId="{BA0B2E31-8216-48C5-A618-A1EA8092F6C6}" type="presParOf" srcId="{4E718341-6715-468F-A442-A8AEB8F8913B}" destId="{49E65200-8DEE-43ED-9B19-64284A862745}" srcOrd="9" destOrd="0" presId="urn:microsoft.com/office/officeart/2005/8/layout/list1"/>
    <dgm:cxn modelId="{B9A6994E-7D97-4BEC-8EBA-6FD579D70ACE}" type="presParOf" srcId="{4E718341-6715-468F-A442-A8AEB8F8913B}" destId="{7790C863-A229-4F36-9800-F4AB0749F956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AFE60F-6302-49D3-94B2-1233F7C2E7E3}">
      <dsp:nvSpPr>
        <dsp:cNvPr id="0" name=""/>
        <dsp:cNvSpPr/>
      </dsp:nvSpPr>
      <dsp:spPr>
        <a:xfrm>
          <a:off x="0" y="468031"/>
          <a:ext cx="7438580" cy="1063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7316" tIns="624840" rIns="577316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</a:t>
          </a:r>
          <a:r>
            <a:rPr lang="ru-RU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начало,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интерфейс)</a:t>
          </a:r>
          <a:endParaRPr lang="ru-RU" sz="2000" kern="1200" dirty="0"/>
        </a:p>
      </dsp:txBody>
      <dsp:txXfrm>
        <a:off x="0" y="468031"/>
        <a:ext cx="7438580" cy="1063125"/>
      </dsp:txXfrm>
    </dsp:sp>
    <dsp:sp modelId="{D225BB84-F004-4566-AF85-6AAB7F6D0EA8}">
      <dsp:nvSpPr>
        <dsp:cNvPr id="0" name=""/>
        <dsp:cNvSpPr/>
      </dsp:nvSpPr>
      <dsp:spPr>
        <a:xfrm>
          <a:off x="371929" y="25231"/>
          <a:ext cx="5207006" cy="88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12" tIns="0" rIns="196812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ssl_checker</a:t>
          </a: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endParaRPr lang="ru-RU" sz="3000" kern="1200" dirty="0"/>
        </a:p>
      </dsp:txBody>
      <dsp:txXfrm>
        <a:off x="415160" y="68462"/>
        <a:ext cx="5120544" cy="799138"/>
      </dsp:txXfrm>
    </dsp:sp>
    <dsp:sp modelId="{FE791DDE-8567-488C-A627-B65B8C3907BF}">
      <dsp:nvSpPr>
        <dsp:cNvPr id="0" name=""/>
        <dsp:cNvSpPr/>
      </dsp:nvSpPr>
      <dsp:spPr>
        <a:xfrm>
          <a:off x="0" y="2135956"/>
          <a:ext cx="7438580" cy="1063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7316" tIns="624840" rIns="577316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ru-RU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(основная логика проверки)</a:t>
          </a:r>
          <a:endParaRPr lang="ru-RU" sz="2000" kern="1200" dirty="0"/>
        </a:p>
      </dsp:txBody>
      <dsp:txXfrm>
        <a:off x="0" y="2135956"/>
        <a:ext cx="7438580" cy="1063125"/>
      </dsp:txXfrm>
    </dsp:sp>
    <dsp:sp modelId="{48229FE4-CAE9-499E-9FDB-1493CF67861C}">
      <dsp:nvSpPr>
        <dsp:cNvPr id="0" name=""/>
        <dsp:cNvSpPr/>
      </dsp:nvSpPr>
      <dsp:spPr>
        <a:xfrm>
          <a:off x="371929" y="1693156"/>
          <a:ext cx="5207006" cy="88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12" tIns="0" rIns="196812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main</a:t>
          </a:r>
          <a:endParaRPr lang="ru-RU" sz="3000" kern="1200" dirty="0"/>
        </a:p>
      </dsp:txBody>
      <dsp:txXfrm>
        <a:off x="415160" y="1736387"/>
        <a:ext cx="5120544" cy="799138"/>
      </dsp:txXfrm>
    </dsp:sp>
    <dsp:sp modelId="{7790C863-A229-4F36-9800-F4AB0749F956}">
      <dsp:nvSpPr>
        <dsp:cNvPr id="0" name=""/>
        <dsp:cNvSpPr/>
      </dsp:nvSpPr>
      <dsp:spPr>
        <a:xfrm>
          <a:off x="0" y="3803882"/>
          <a:ext cx="7438580" cy="1063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7316" tIns="624840" rIns="577316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(вспомогательные функции)</a:t>
          </a:r>
          <a:endParaRPr lang="ru-RU" sz="2000" kern="1200" dirty="0"/>
        </a:p>
      </dsp:txBody>
      <dsp:txXfrm>
        <a:off x="0" y="3803882"/>
        <a:ext cx="7438580" cy="1063125"/>
      </dsp:txXfrm>
    </dsp:sp>
    <dsp:sp modelId="{FA0A89AB-E5D8-41AE-A55E-EEFC5C989D91}">
      <dsp:nvSpPr>
        <dsp:cNvPr id="0" name=""/>
        <dsp:cNvSpPr/>
      </dsp:nvSpPr>
      <dsp:spPr>
        <a:xfrm>
          <a:off x="371929" y="3361082"/>
          <a:ext cx="5207006" cy="88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12" tIns="0" rIns="196812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additionally</a:t>
          </a:r>
          <a:endParaRPr lang="ru-RU" sz="3000" kern="1200" dirty="0"/>
        </a:p>
      </dsp:txBody>
      <dsp:txXfrm>
        <a:off x="415160" y="3404313"/>
        <a:ext cx="5120544" cy="7991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2E911D-3A49-488F-BB71-8E50B0C848FC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8304A7-ABB0-4094-9F34-B90170FD5B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1231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3234F-6A75-2290-3F0A-CAFBD2746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EF1E629-6A1A-9A16-E0B0-6B99516C1A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7CB416E-6DA3-C86B-0CDA-EC6F108274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DF9E99D-FE26-2956-3742-A95A450F10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8304A7-ABB0-4094-9F34-B90170FD5BA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11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181F4-5369-C4D7-D97E-285F27ACB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2965244-F94A-4B54-1390-66FD06CB21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E47BE4B-0AD3-C170-0E7A-99C3ECBB8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49A49A6-2FEB-48C7-2F8B-41E2CB1628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8304A7-ABB0-4094-9F34-B90170FD5BA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92160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8304A7-ABB0-4094-9F34-B90170FD5BA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6998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3638F-DAB8-4289-881D-8860BC530148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96025E85-FFCD-489F-9EFB-B27CD31F5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7197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3638F-DAB8-4289-881D-8860BC530148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25E85-FFCD-489F-9EFB-B27CD31F5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6560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3638F-DAB8-4289-881D-8860BC530148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6025E85-FFCD-489F-9EFB-B27CD31F5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9416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3638F-DAB8-4289-881D-8860BC530148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6025E85-FFCD-489F-9EFB-B27CD31F5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4193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3638F-DAB8-4289-881D-8860BC530148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6025E85-FFCD-489F-9EFB-B27CD31F5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3760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3638F-DAB8-4289-881D-8860BC530148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25E85-FFCD-489F-9EFB-B27CD31F5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8334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3638F-DAB8-4289-881D-8860BC530148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25E85-FFCD-489F-9EFB-B27CD31F5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5879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3638F-DAB8-4289-881D-8860BC530148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25E85-FFCD-489F-9EFB-B27CD31F5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8187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3638F-DAB8-4289-881D-8860BC530148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6025E85-FFCD-489F-9EFB-B27CD31F5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4622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3638F-DAB8-4289-881D-8860BC530148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6025E85-FFCD-489F-9EFB-B27CD31F5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0713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3638F-DAB8-4289-881D-8860BC530148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6025E85-FFCD-489F-9EFB-B27CD31F5447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94019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3638F-DAB8-4289-881D-8860BC530148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6025E85-FFCD-489F-9EFB-B27CD31F5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58257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3638F-DAB8-4289-881D-8860BC530148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6025E85-FFCD-489F-9EFB-B27CD31F5447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628250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3638F-DAB8-4289-881D-8860BC530148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6025E85-FFCD-489F-9EFB-B27CD31F5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53302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3638F-DAB8-4289-881D-8860BC530148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25E85-FFCD-489F-9EFB-B27CD31F5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24464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3638F-DAB8-4289-881D-8860BC530148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25E85-FFCD-489F-9EFB-B27CD31F5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0264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23638F-DAB8-4289-881D-8860BC530148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96025E85-FFCD-489F-9EFB-B27CD31F5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328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0F0932-9356-C113-1641-D338E5809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87190" y="2864224"/>
            <a:ext cx="8915399" cy="2262781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SSL-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сертификатов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3D6A697-2DA9-12E0-5708-0F69F372A9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69740" y="6377504"/>
            <a:ext cx="5943601" cy="960991"/>
          </a:xfrm>
        </p:spPr>
        <p:txBody>
          <a:bodyPr>
            <a:norm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 Бурцев Никита 323СА1</a:t>
            </a:r>
          </a:p>
        </p:txBody>
      </p:sp>
    </p:spTree>
    <p:extLst>
      <p:ext uri="{BB962C8B-B14F-4D97-AF65-F5344CB8AC3E}">
        <p14:creationId xmlns:p14="http://schemas.microsoft.com/office/powerpoint/2010/main" val="2912097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93DBA1-0484-01E4-E77B-B01BD4223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SSL</a:t>
            </a:r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-сертификат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DAFDD4-8BAD-6F1F-DB65-E6C080A38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7767" y="1540189"/>
            <a:ext cx="8915400" cy="377762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Sockets Layer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 цифровой сертификат, который обеспечивает безопасное шифрованное соединение между сайтом и браузером с помощью SSL-протокола</a:t>
            </a:r>
          </a:p>
        </p:txBody>
      </p:sp>
      <p:pic>
        <p:nvPicPr>
          <p:cNvPr id="1026" name="Picture 2" descr="Certificati SSL Kinetica Bologna">
            <a:extLst>
              <a:ext uri="{FF2B5EF4-FFF2-40B4-BE49-F238E27FC236}">
                <a16:creationId xmlns:a16="http://schemas.microsoft.com/office/drawing/2014/main" id="{7BC39D11-7156-B9FF-1BFE-79B29F8BB4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1066" y="3810000"/>
            <a:ext cx="4456672" cy="2790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81ADB2-880E-17E6-4549-C78E74088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3010" y="3810000"/>
            <a:ext cx="4352812" cy="279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019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BBC086-15E2-D13C-1DF7-5258AB162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Используемые библиотеки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6965EB-519D-FFD9-75D5-4D3054041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5470" y="1905000"/>
            <a:ext cx="8915400" cy="41002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Встроенные в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ssl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socket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</a:t>
            </a:r>
          </a:p>
          <a:p>
            <a:pPr marL="0" indent="0">
              <a:buNone/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Сторонние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781C87C-AE76-8646-A185-A51484B90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3242" y="2729810"/>
            <a:ext cx="6600128" cy="107122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339CFC4-37CF-B80B-7A27-7CEACDD7B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3242" y="4177553"/>
            <a:ext cx="2671073" cy="44829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B1E774C-7504-4DFB-448A-464FF45D58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3242" y="5208799"/>
            <a:ext cx="6992488" cy="65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961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3D4EA2-2329-85FB-184D-643EDE15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0549" y="606181"/>
            <a:ext cx="8911687" cy="1280890"/>
          </a:xfrm>
        </p:spPr>
        <p:txBody>
          <a:bodyPr>
            <a:normAutofit/>
          </a:bodyPr>
          <a:lstStyle/>
          <a:p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проекта</a:t>
            </a:r>
          </a:p>
        </p:txBody>
      </p:sp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71DA49A0-17DE-0AA2-632A-806F4AA8E4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209043"/>
              </p:ext>
            </p:extLst>
          </p:nvPr>
        </p:nvGraphicFramePr>
        <p:xfrm>
          <a:off x="2180549" y="1766047"/>
          <a:ext cx="7438580" cy="48922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74983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DB6FD-CCBB-BBD5-DB3C-AFE752F7A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04CBA9-02F6-C383-67CB-5EBC0F936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561357"/>
            <a:ext cx="8911687" cy="1280890"/>
          </a:xfrm>
        </p:spPr>
        <p:txBody>
          <a:bodyPr>
            <a:normAutofit/>
          </a:bodyPr>
          <a:lstStyle/>
          <a:p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работает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A2DA46-0D35-8543-3EC8-C62F59BB0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0646" y="1734670"/>
            <a:ext cx="9934483" cy="48543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Установка соединения и получение пакета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B76C4A5-F162-51E6-6E87-C627452D21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0646" y="2393912"/>
            <a:ext cx="9273428" cy="4002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926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8CD6F-4CB9-2D70-70F2-50B54C266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8C1289-1DFC-C89B-735A-9EA62DE41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561357"/>
            <a:ext cx="8911687" cy="1280890"/>
          </a:xfrm>
        </p:spPr>
        <p:txBody>
          <a:bodyPr>
            <a:normAutofit/>
          </a:bodyPr>
          <a:lstStyle/>
          <a:p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работает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AA4FF3-A530-0D51-FE8C-427F4C4AD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0646" y="1734670"/>
            <a:ext cx="9934483" cy="48543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Анализ сертификата</a:t>
            </a:r>
          </a:p>
          <a:p>
            <a:pPr marL="0" indent="0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срок действия </a:t>
            </a: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валидность подписи</a:t>
            </a: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соответствие имени хоста</a:t>
            </a:r>
          </a:p>
          <a:p>
            <a:pPr marL="0" indent="0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Вывод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E3F7362-D8F1-1E40-F665-9BAE5B448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914" y="1842247"/>
            <a:ext cx="5220167" cy="469988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C66147F-5781-6656-0380-6B013E0172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0646" y="4343337"/>
            <a:ext cx="3937841" cy="864596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11CDD38-4E0D-670A-5480-3651B18F98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8937" y="5207933"/>
            <a:ext cx="3486150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277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938B3-C01B-3D44-9863-FEC09AFE4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34E53B-CE56-6D74-512B-528AD78AC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561357"/>
            <a:ext cx="8911687" cy="1280890"/>
          </a:xfrm>
        </p:spPr>
        <p:txBody>
          <a:bodyPr>
            <a:normAutofit/>
          </a:bodyPr>
          <a:lstStyle/>
          <a:p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умеет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4DA25B-B2F1-0F5F-9A57-1DE456A72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0646" y="1734670"/>
            <a:ext cx="9934483" cy="4854388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Проверять несколько сайтов сразу</a:t>
            </a:r>
          </a:p>
          <a:p>
            <a:pPr>
              <a:buFontTx/>
              <a:buChar char="-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Смотреть цепочку сертификатов</a:t>
            </a:r>
          </a:p>
          <a:p>
            <a:pPr>
              <a:buFontTx/>
              <a:buChar char="-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Проверять несколько сайтов сразу</a:t>
            </a:r>
          </a:p>
          <a:p>
            <a:pPr>
              <a:buFontTx/>
              <a:buChar char="-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Выдавать краткие рекомендации по обновлению сертификатов когда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Просрочен</a:t>
            </a:r>
          </a:p>
          <a:p>
            <a:pPr marL="0" indent="0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Меньше 7 дней</a:t>
            </a:r>
          </a:p>
          <a:p>
            <a:pPr marL="0" indent="0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Меньше 30 дней</a:t>
            </a:r>
          </a:p>
          <a:p>
            <a:pPr marL="0" indent="0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Дней больше 30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85DF461-3B93-3C96-4880-E9EF34170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9384" y="4478463"/>
            <a:ext cx="5808570" cy="2110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812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6C1AD8-25D4-48B7-3C8D-96AC66FAB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561357"/>
            <a:ext cx="10390479" cy="1280890"/>
          </a:xfrm>
        </p:spPr>
        <p:txBody>
          <a:bodyPr>
            <a:normAutofit/>
          </a:bodyPr>
          <a:lstStyle/>
          <a:p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при проверке одного сайта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C9C9AB4-8759-283C-177C-849D49713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1976" y="1842247"/>
            <a:ext cx="9486837" cy="437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922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EC502-5719-4B7E-067F-AC3F1E4BD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E9228D-4B47-36AE-46C1-C64EBF549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4650" y="579287"/>
            <a:ext cx="10578738" cy="1280890"/>
          </a:xfrm>
        </p:spPr>
        <p:txBody>
          <a:bodyPr>
            <a:normAutofit fontScale="90000"/>
          </a:bodyPr>
          <a:lstStyle/>
          <a:p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при проверке нескольких сайтов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0251B72-C7F4-D225-B3C7-8EBD0BB99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9485" y="1769128"/>
            <a:ext cx="6861362" cy="4603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733234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68</TotalTime>
  <Words>149</Words>
  <Application>Microsoft Office PowerPoint</Application>
  <PresentationFormat>Широкоэкранный</PresentationFormat>
  <Paragraphs>40</Paragraphs>
  <Slides>9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Calibri</vt:lpstr>
      <vt:lpstr>Century Gothic</vt:lpstr>
      <vt:lpstr>Times New Roman</vt:lpstr>
      <vt:lpstr>Wingdings 3</vt:lpstr>
      <vt:lpstr>Легкий дым</vt:lpstr>
      <vt:lpstr>Проверка SSL-сертификатов</vt:lpstr>
      <vt:lpstr>Что такое SSL-сертификат?</vt:lpstr>
      <vt:lpstr>Используемые библиотеки</vt:lpstr>
      <vt:lpstr>Структура проекта</vt:lpstr>
      <vt:lpstr>Как работает?</vt:lpstr>
      <vt:lpstr>Как работает?</vt:lpstr>
      <vt:lpstr>Что умеет?</vt:lpstr>
      <vt:lpstr>Интерфейс при проверке одного сайта</vt:lpstr>
      <vt:lpstr>Интерфейс при проверке нескольких сайтов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Torik</dc:creator>
  <cp:lastModifiedBy>Torik</cp:lastModifiedBy>
  <cp:revision>3</cp:revision>
  <dcterms:created xsi:type="dcterms:W3CDTF">2025-12-25T15:34:27Z</dcterms:created>
  <dcterms:modified xsi:type="dcterms:W3CDTF">2025-12-25T17:13:46Z</dcterms:modified>
</cp:coreProperties>
</file>